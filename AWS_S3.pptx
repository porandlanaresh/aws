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65" r:id="rId14"/>
    <p:sldId id="270" r:id="rId15"/>
    <p:sldId id="273" r:id="rId16"/>
    <p:sldId id="274" r:id="rId17"/>
    <p:sldId id="271" r:id="rId18"/>
    <p:sldId id="272" r:id="rId19"/>
    <p:sldId id="26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22:07.20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16 24484,'4674'0'0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22:12.60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23892,'0'1556'0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22:30.15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24575,'0'1612'-1365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22:32.35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29 24575,'4409'0'0,"-4379"-2"114,-1-1 0,31-7-1,-30 5-966,56-4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0:20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23209,'0'1529'0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0:29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82 24278,'15898'0'0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0:34.2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24575,'16088'0'-1365,"-16065"0"-5461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0:36.4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 0 23839,'-82'1448'0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0:50.1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24326,'0'710'0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0:53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24575,'2623'0'-1365,"-2599"0"-5461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0:59.4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 24575,'2405'0'0,"-2385"-1"0,0-1 0,37-9 0,-35 6 0,0 1 0,28-1 0,-20 5-1365,0 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1:01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 24575,'-1'64'0,"-14"101"0,9-103 0,2 0 0,5 68 0,-4 71 0,-21-65-1365,21-113-5461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1:20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24575,'2'44'0,"9"44"0,4 65 0,-17-48 0,3 80 0,12-92 0,-7-55 0,2 47 0,-6 495 82,-4-280-1529,2-270-5379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1:24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24427,'10298'0'0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1:29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24575,'6670'0'0,"-6319"14"0,-23 0 0,868-13 0,-566-3 0,-460 16 0,-7 0 0,683-15-1365,-823 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1:31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24575,'0'553'0,"3"-507"0,8 58 0,-4-56 0,1 52 0,-9 634 0,-1-693 62,-11 58 0,7-58-807,-2 52 1,8-70-6082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3:55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0 23380,'0'1120'0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4:02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 23937,'4589'-53'0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4:09.1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57 24575,'1'-2'0,"-1"0"0,1 0 0,-1 0 0,1 0 0,0 0 0,0 0 0,0 0 0,0 0 0,0 0 0,0 0 0,1 1 0,-1-1 0,0 0 0,1 1 0,0-1 0,-1 1 0,1-1 0,0 1 0,0 0 0,-1 0 0,1 0 0,0 0 0,0 0 0,0 0 0,1 1 0,3-2 0,5-1 0,0 0 0,1 1 0,18-2 0,286 2 0,-156 4 0,1253-2 0,-1375 2 0,58 10 0,-55-5 0,42 0 0,630-6 0,-344-3 0,1103 2 0,-1429 2 0,57 10 0,30 2 0,519-13 0,-313-3 0,992 2 0,-1296 2 0,62 11 0,-60-7 0,51 2 0,-57-7 0,24 0 0,100 13 0,-85-5 0,1-4 0,125-6 0,-73-1 0,4965 2 0,-4914 14 0,-4 0 0,1667-13 0,-854-3 0,-196 2 0,-733-2 0,69-13 0,-38 4 0,-4-1 0,-41 6 0,65-3 0,-47 8 0,98-14 0,-92 6-1365,-35 7-5461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4:14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24575,'1'-1'0,"-1"0"0,1 0 0,0 0 0,0-1 0,0 1 0,0 1 0,0-1 0,0 0 0,0 0 0,0 0 0,1 0 0,-1 1 0,0-1 0,0 1 0,1-1 0,-1 1 0,0-1 0,1 1 0,-1 0 0,0 0 0,1-1 0,2 1 0,-1 0 0,51-8 0,1 3 0,0 2 0,75 5 0,-24 1 0,2796-3 0,-2704 13 0,-28 1 0,22-13 0,150 9 0,111 24 0,-23-24 0,-363-11 0,-19 3 0,56 10 0,26 1 0,61-13 0,-89-1 0,131 14 0,-91-1 0,185-8 0,-29-3 0,-32 30 0,-111-9 0,-95-15 0,212 15 0,3368-23 0,-3590 3 0,52 10 0,42 2 0,649-13 0,-382-3 0,579 2 0,-982 0 0,-1 0 0,0 0 0,0 1 0,1 0 0,-1 0 0,0 0 0,0 1 0,0 0 0,0 1 0,0-1 0,-1 2 0,1-1 0,-1 0 0,0 1 0,0 1 0,0-1 0,0 1 0,-1-1 0,0 2 0,0-1 0,0 1 0,-1-1 0,7 12 0,-5-7 0,0 0 0,-1 1 0,0-1 0,-1 1 0,0 0 0,-1 0 0,3 16 0,-2 4 0,1 43 0,-4-33 0,1-20 0,2 0 0,0-1 0,12 37 0,5 20 0,-16-33 0,-1 0 0,-3 1 0,-4 50 0,1-1 0,3-24 0,-3 75 0,2-142 0,0-1 0,-1 1 0,1 0 0,-1 0 0,0-1 0,0 1 0,0 0 0,0-1 0,0 1 0,-1-1 0,1 1 0,-1-1 0,0 0 0,1 0 0,-1 1 0,0-1 0,0 0 0,-1-1 0,1 1 0,0 0 0,0-1 0,-1 1 0,1-1 0,-1 0 0,0 0 0,1 0 0,-1 0 0,0 0 0,1 0 0,-5 0 0,-9 1 0,1-1 0,-1-1 0,1 0 0,-24-3 0,8 1 0,-227-1-1365,228 3-5461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4:18.7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24575,'-2'179'0,"5"196"0,10-223 0,2 42 0,-16-63 0,0-59 0,13 137 0,1-88 0,-7 238 0,-8-199 0,2-127-1365,0-5-5461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4:21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60 24575,'7'-6'0,"0"0"0,1 1 0,0 0 0,0 0 0,0 0 0,0 1 0,1 0 0,0 1 0,0 0 0,0 0 0,0 1 0,0 0 0,11 0 0,17-1 0,1 2 0,37 3 0,-17 0 0,135-3 0,186 8 0,-203 16 0,70 4 0,89-28 0,49 2 0,-244 12 0,39 2 0,856-15 0,-450-1 0,-578 0 0,-1 1 0,1 1 0,-1-1 0,1 1 0,8 3 0,-13-4 0,0 1 0,-1 0 0,1 0 0,0 0 0,0 0 0,0 0 0,-1 0 0,1 0 0,-1 1 0,1-1 0,-1 1 0,1-1 0,-1 1 0,0-1 0,0 1 0,0 0 0,0 0 0,0 0 0,0-1 0,0 1 0,0 3 0,4 17 0,-2 1 0,0-1 0,-2 1 0,0-1 0,-2 1 0,-3 22 0,2-15 0,0 0 0,6 53 0,9 44 0,-4 178 0,-10-235 0,-1-28 0,1 0 0,3-1 0,10 65 0,-5-70 0,-3 1 0,0 53 0,0-10 0,1-37 0,17 67 0,-13-74 0,-2 0 0,5 69 0,-10-71-273,1 0 0,2 0 0,1-1 0,20 62 0,-20-77-6553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4:22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24575,'4099'0'-1365,"-4075"0"-5461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7:44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7:48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21389,'3415'0'0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7:55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0 24575,'-1'0'0,"0"0"0,1 1 0,-1-1 0,0 0 0,0 0 0,1 1 0,-1-1 0,0 1 0,1-1 0,-1 0 0,0 1 0,1 0 0,-1-1 0,0 1 0,1-1 0,-1 1 0,1 0 0,-1-1 0,1 1 0,0 0 0,-1-1 0,1 1 0,0 0 0,-1 0 0,1-1 0,0 1 0,-1 1 0,-3 26 0,3-23 0,-7 90 0,8 148 0,2-110 0,-2 606 0,-2-705 0,-10 60 0,6-56 0,-2 42 0,8 28-1365,0-85-5461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7:57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 24575,'2587'0'0,"-2518"-3"0,131-25 0,-87 9 0,146-15 0,-182 22 0,-46 6 0,48-2 0,2 8-1365,-57 0-5461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7:59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24575,'0'34'0,"4"213"0,0-180 0,23 109 0,-19-129 0,-2 0 0,-2 1 0,-2 60 0,-1-75 0,11 63 0,-6-59 0,1 42 0,-4-43 0,9 46 0,-6-45 0,2 45 0,-7-6 0,-1-18 0,15 111 0,-7-99-19,-3 0 0,-6 111 0,-1-70-1289,2-85-5518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8:36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24336,'3989'0'0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8:33.1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0 24575,'0'412'0,"-1"-377"0,-12 61 0,0 11 0,12 17 0,2-77 0,-2 0 0,-10 68 0,4-62-682,-3 78-1,10-102-6143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8:34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0 24575,'-5'5'0,"-5"2"0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8:40.6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 24575,'4'-3'0,"1"1"0,-1-1 0,1 1 0,0 0 0,0 0 0,0 1 0,0-1 0,0 1 0,0 0 0,0 0 0,0 1 0,0 0 0,8 0 0,4-1 0,556-8 0,-344 12 0,2859-3-1365,-3060 0-5461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38:42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1 24575,'-1'0'0,"0"1"0,0-1 0,0 1 0,-1-1 0,1 1 0,0 0 0,0 0 0,0-1 0,0 1 0,0 0 0,0 0 0,0 0 0,0 0 0,0 0 0,1 0 0,-1 0 0,0 0 0,1 0 0,-1 1 0,0 0 0,-12 29 0,11-27 0,-3 14 0,0-1 0,1 1 0,0 0 0,-1 36 0,7 77 0,0-60 0,-1 1 0,-3 104 0,-11-110 0,9-50 0,0 1 0,-2 22 0,-7 60 0,7-65 0,-3 51 0,10 78-1365,-1-140-5461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46:13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 22917,'-28'792'0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46:17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1 110 24575,'35'-2'0,"43"-8"0,54-5 0,134 14 0,-120 2 0,-120-3 0,-1-1 0,1-1 0,-1-1 0,31-12 0,-7 4 0,-12 2 0,1 2 0,0 2 0,69-5 0,592 12 105,-297 2-1575,-378-2-5356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46:20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 24575,'-1'0'0,"1"0"0,0 0 0,0 0 0,0 0 0,0 0 0,0 0 0,0 0 0,0-1 0,0 1 0,0 0 0,-1 0 0,1 0 0,0 0 0,0 0 0,0 0 0,0 0 0,0 0 0,0 0 0,0 0 0,-1 0 0,1 0 0,0 0 0,0 0 0,0 0 0,0 0 0,0 1 0,0-1 0,0 0 0,0 0 0,-1 0 0,1 0 0,0 0 0,0 0 0,0 0 0,0 0 0,0 0 0,0 0 0,0 0 0,0 0 0,0 0 0,0 1 0,0-1 0,0 0 0,0 0 0,-1 0 0,1 0 0,0 0 0,0 0 0,0 0 0,0 0 0,0 1 0,0-1 0,0 0 0,0 0 0,0 0 0,0 0 0,0 0 0,0 0 0,0 0 0,0 1 0,0-1 0,1 0 0,-1 0 0,9 7 0,17 4 0,11-6 0,0-2 0,45-2 0,-45-2 0,1 2 0,47 8 0,5 2 0,-1-4 0,150-6 0,-100-4 0,3329 4-1365,-3445-1-5461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46:22.9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0 24301,'-56'710'0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46:24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24575,'2241'0'-1365,"-2218"0"-5461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46:30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57 24575,'1203'0'0,"-1171"-2"0,0-1 0,38-9 0,-14 2 0,4-2 0,-38 6 0,0 2 0,38-2 0,602 5 0,-313 3 0,4463-2 0,-4773 2 0,56 10 0,30 1 0,-72-12 0,-9-1 0,72 10 0,49 3 0,-68-8 0,-67-1 0,-2 1 0,40 12 0,-38-9 0,-1-1 0,32 3 0,38 1 0,185 8 0,-150-21 0,233 4 0,-261 12 0,-69-8 0,55 2 0,-89-8 0,47 0 0,0 2 0,64 11 0,-52-5 0,1-3 0,122-5 0,-77-2 0,157 2-1365,-242 0-5461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46:33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24101,'0'1230'0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46:38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1 139 24575,'486'0'0,"-454"-1"0,62-12 0,-60 7 0,49-3 0,390 8 0,-226 3 0,-206-4 0,58-10 0,33-2 0,-117 14 0,21 0 0,0-2 0,0-1 0,55-13 0,2-4 0,152-15 0,110 28 0,-208 10 0,4580-3 0,-4535 13 0,-32 0 0,571-10 0,-377-5 0,133 2 0,-440 2 0,53 9 0,26 2 0,242-11 65,-190-3-1495,-155 1-5396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46:39.7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 24575,'-1'0'0,"0"0"0,0 1 0,0-1 0,0 0 0,0 1 0,0-1 0,0 1 0,0 0 0,0-1 0,0 1 0,0 0 0,1-1 0,-1 1 0,0 0 0,0 0 0,1 0 0,-1 0 0,1 0 0,-1 0 0,1 0 0,-1 0 0,1 0 0,0 0 0,-1 0 0,1 0 0,0 0 0,0 0 0,-1 1 0,-3 38 0,3-34 0,-4 394 0,8-221 0,-3 320-1365,0-475-5461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0:54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24575,'2'0'0,"1"1"0,-1-1 0,0 1 0,1-1 0,-1 1 0,0 0 0,1-1 0,-1 1 0,0 0 0,0 1 0,0-1 0,0 0 0,0 1 0,0-1 0,0 1 0,0-1 0,-1 1 0,1 0 0,-1 0 0,1 0 0,-1 0 0,0 0 0,1 0 0,-1 0 0,0 0 0,0 1 0,-1-1 0,1 0 0,0 1 0,-1-1 0,1 4 0,1 10 0,0 1 0,-1-1 0,-1 27 0,-1-25 0,-1 876 0,1-872 0,-1 0 0,-9 39 0,5-38 0,2 1 0,-1 26 0,5-24-1365,0-3-5461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0:57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24044,'2868'0'0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1:03.6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84 24575,'235'-14'0,"4"-1"0,-133 17 0,112-3 0,-44-25 0,-120 15 0,108-7 0,700 17 0,-401 3 0,-21-2-1365,-416 0-5461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1:05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24575,'2'0'0,"-1"0"0,0 1 0,0 0 0,0-1 0,0 1 0,1-1 0,-1 1 0,0 0 0,0 0 0,0 0 0,-1 0 0,1 0 0,0 0 0,0 0 0,0 0 0,-1 0 0,1 0 0,0 0 0,-1 0 0,1 1 0,-1-1 0,0 0 0,1 0 0,-1 1 0,0-1 0,0 0 0,1 3 0,4 41 0,-5-40 0,3 72 0,-1-28 0,11 75 0,2-39 0,-3 2 0,0 125 0,-11-186 0,1 1 0,8 34 0,-4-31 0,2 43 0,-9 63-1365,1-113-5461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3:27.3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21389,'0'1612'0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3:22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3:24.1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1 139 24575,'10'-1'0,"-1"0"0,1 0 0,15-5 0,12-2 0,215-8 0,-45 4 0,-65-3 0,208-9 0,-321 23 0,1-1 0,35-8 0,-34 4 0,56-2 0,92 10 0,116-4 0,-173-11 0,-66 6 0,61 0 0,427 8-1365,-521-1-5461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3:29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 24575,'4'3'0,"-1"-1"0,0 1 0,0-1 0,1 0 0,0 0 0,-1-1 0,1 1 0,0-1 0,0 1 0,0-1 0,7 1 0,49 2 0,-44-4 0,662 3 0,-348-5 0,607 2 0,-901-2 0,56-10 0,15-1 0,-52 11 0,72-13 0,-95 10 0,1 2 0,34 2 0,17-2 0,-62-1-1365,-4-2-5461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3:30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0 24575,'-2'1'0,"0"-1"0,0 0 0,0 1 0,0-1 0,1 1 0,-1 0 0,0 0 0,0 0 0,1 0 0,-1 0 0,1 0 0,-1 0 0,1 0 0,-1 1 0,1-1 0,-1 0 0,1 1 0,0-1 0,0 1 0,0 0 0,0-1 0,0 1 0,0 0 0,1 0 0,-2 1 0,-1 5 0,0 1 0,1-1 0,0 1 0,-1 9 0,-1 25 0,2 50 0,2-53 0,-8 68 0,-4 2 0,4 0 0,9 130 0,2-83 0,-3 634-1365,0-768-5461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3:35.2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24323,'5243'82'0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3:42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21389,'0'874'0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3:44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61 24575,'6'-6'0,"-3"2"0,0 0 0,1 0 0,0 0 0,-1 1 0,1 0 0,1-1 0,-1 1 0,0 1 0,1-1 0,-1 1 0,1 0 0,0 0 0,0 0 0,0 0 0,7-1 0,32-1 0,0 0 0,82 6 0,-43 1 0,51-5 0,115 5 0,-138 10 0,44 1 0,206-14 0,-162-1 0,-173 3 0,-1 0 0,37 9 0,-34-6 0,49 4 0,428-8 0,-270-2 0,-201 2 0,59 12 0,-56-7 0,42 1 0,505-5 0,-281-4 0,1457 2-1365,-1735 0-5461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3:53:46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1 24575,'3'3'0,"0"1"0,0 0 0,0 0 0,-1 0 0,0 1 0,0-1 0,0 0 0,0 1 0,-1-1 0,0 1 0,0-1 0,1 10 0,1 63 0,-3-57 0,0-13 0,1 99 0,-20 186 0,10-226 0,5-32 0,-1 0 0,-11 36 0,-7 13 0,-15 102 0,39-184-35,-1 1 0,0-1 0,0 0 0,-1 0 0,1 0 0,0 0 0,0 0 0,0 0 0,-1 0 0,1 0 0,-1 0 0,1 0 0,-1 0 0,1 0 0,-1 0 0,1 0 0,-1 0 0,0 0 0,1 0 0,-1-1 0,0 1 0,0 0 0,0 0 0,0-1 0,0 1 0,0-1 0,0 1 0,0-1 0,0 1 0,0-1 0,0 0 0,0 1 0,0-1 0,0 0 0,0 0 0,0 0 0,0 0 0,-1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3CE97-5A1D-8389-4A2E-1E3E5E129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A716E-F7BA-8C37-4EC3-F354AD932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3CE06-1E32-5D26-2689-BB9F67F2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858-1AC0-4E9A-896F-44B63013D30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DA43F-F469-B1B7-A5DA-7B418679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C4B2E-5573-40EE-8E3F-F563D72E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B97C-0751-4911-944F-CA381691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565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2BDB-2AE9-1988-23B8-672B88862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68140-734D-F44E-310B-22F44690F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56E6A-B710-AEC6-9A88-53DDACC05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858-1AC0-4E9A-896F-44B63013D30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E1301-9494-ACFB-33C2-D86EFA730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85802-A5CE-5FAF-9B7E-1F7017DD1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B97C-0751-4911-944F-CA381691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969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43988-005E-59AF-632F-263EB4B9C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11DEB-85B9-B1E5-DE2E-EE5BAF5AF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7E339-C349-641F-473D-7AA330947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858-1AC0-4E9A-896F-44B63013D30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88B24-8C6C-6FE9-ECD6-3140BC705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E218C-5F3A-C5F9-DAE9-D1088DD4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B97C-0751-4911-944F-CA381691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969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37A9-9E66-4E7E-7D6D-643BB9C7C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A8710-EFBB-6F1A-5A24-44CEC63CD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8D120-8818-1803-D4B3-7E6E098C6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17406-2470-A53A-01FB-95F63854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858-1AC0-4E9A-896F-44B63013D30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36FAB-18E3-2E00-C3DE-A46CA634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BFBFD-836F-D49C-DCFA-43006541E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B97C-0751-4911-944F-CA381691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83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106A9-07AA-47B8-7458-0E459D86A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204D3-1CCB-9A02-ABF7-54CEAB9B7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392BE-98DB-6854-7C7E-1869B7858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CE754-ED6A-590E-B141-E12C98339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EBD13-AE93-3EE0-4D4D-9D3F604EFE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0F1C9E-DA60-99AF-4997-1E15D545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858-1AC0-4E9A-896F-44B63013D30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D84B25-E6C9-A3A4-570F-A67D133B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536B97-18FF-C163-B025-3FB3116D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B97C-0751-4911-944F-CA381691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77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4F5F-712D-FE3F-5421-2141F939D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DB318-8289-A052-0974-E0AD3A03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858-1AC0-4E9A-896F-44B63013D30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B4021-822F-B897-1EDF-CCB498FBB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9B44F-C5AC-8AA7-8930-1BF394A2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B97C-0751-4911-944F-CA381691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379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59A3ED-0F15-F40D-5F7B-0EF60D15D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858-1AC0-4E9A-896F-44B63013D30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BE0A19-87F9-3EE6-81EB-4345C704A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00F6C-6F54-D7AC-2497-2BA71A527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B97C-0751-4911-944F-CA381691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144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E494-1D3C-E542-A06C-A6FC5BAD2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CCFF-5FF8-3260-D213-B8D38206D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DA93E-04C6-05B2-82BD-45201967E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F02BC-9F90-F6A8-B147-2ED7E2CD1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858-1AC0-4E9A-896F-44B63013D30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A8EDE-FE8C-D6F9-A19B-04A6302EB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16271-39CD-5E71-680C-E366C3EC4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B97C-0751-4911-944F-CA381691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185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A5C9-C59E-3298-9F4B-0B6D40C0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AFEF01-B9BB-92E9-52F1-72FC6B048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7A0C6C-DB62-9170-56A1-3E3DDA9F8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8A449-0D38-6997-0408-95B5D329E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858-1AC0-4E9A-896F-44B63013D30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26993-9C8B-EEBC-1904-05278893D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91413-7262-E0AC-46DB-13F8D14A8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B97C-0751-4911-944F-CA381691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189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ECE9-55BC-C68F-C879-B1109D45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8F142-C686-382C-5189-6AE154BA2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B6CD2-BE8B-7B0C-A2EE-2F40C675D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858-1AC0-4E9A-896F-44B63013D30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7F7FD-26B2-DD13-478B-CED184720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484C3-118D-974A-13E7-67BFD7209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B97C-0751-4911-944F-CA381691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32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3069E-1D2E-F911-353B-53F5EEAC1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97CA5-32C1-4D4D-8F7D-0E1C0E1FF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45312-8B31-1EDB-5C49-B0BABE9E7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A4858-1AC0-4E9A-896F-44B63013D30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C87F8-189F-2B1F-CC2A-75504B4F2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52768-6175-7938-06F6-A3E19162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B97C-0751-4911-944F-CA381691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38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30CC6-F70B-886C-9897-91427AD72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3F777-6521-15F0-263F-01A227291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7BF33-B985-A5A5-8866-178B1D185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A4858-1AC0-4E9A-896F-44B63013D304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714C8-7995-4760-80AC-FAA519D5B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E2076-CCD5-93D6-8FE8-B5A6860A0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FB97C-0751-4911-944F-CA381691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02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10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3" Type="http://schemas.openxmlformats.org/officeDocument/2006/relationships/customXml" Target="../ink/ink5.xml"/><Relationship Id="rId21" Type="http://schemas.openxmlformats.org/officeDocument/2006/relationships/customXml" Target="../ink/ink14.xml"/><Relationship Id="rId7" Type="http://schemas.openxmlformats.org/officeDocument/2006/relationships/customXml" Target="../ink/ink7.xml"/><Relationship Id="rId12" Type="http://schemas.openxmlformats.org/officeDocument/2006/relationships/image" Target="../media/image11.png"/><Relationship Id="rId17" Type="http://schemas.openxmlformats.org/officeDocument/2006/relationships/customXml" Target="../ink/ink12.xml"/><Relationship Id="rId25" Type="http://schemas.openxmlformats.org/officeDocument/2006/relationships/customXml" Target="../ink/ink16.xml"/><Relationship Id="rId2" Type="http://schemas.openxmlformats.org/officeDocument/2006/relationships/image" Target="../media/image6.tmp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customXml" Target="../ink/ink9.xml"/><Relationship Id="rId24" Type="http://schemas.openxmlformats.org/officeDocument/2006/relationships/image" Target="../media/image17.png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23" Type="http://schemas.openxmlformats.org/officeDocument/2006/relationships/customXml" Target="../ink/ink15.xml"/><Relationship Id="rId10" Type="http://schemas.openxmlformats.org/officeDocument/2006/relationships/image" Target="../media/image10.png"/><Relationship Id="rId19" Type="http://schemas.openxmlformats.org/officeDocument/2006/relationships/customXml" Target="../ink/ink13.xml"/><Relationship Id="rId4" Type="http://schemas.openxmlformats.org/officeDocument/2006/relationships/image" Target="../media/image7.png"/><Relationship Id="rId9" Type="http://schemas.openxmlformats.org/officeDocument/2006/relationships/customXml" Target="../ink/ink8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customXml" Target="../ink/ink22.xml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12" Type="http://schemas.openxmlformats.org/officeDocument/2006/relationships/image" Target="../media/image24.png"/><Relationship Id="rId2" Type="http://schemas.openxmlformats.org/officeDocument/2006/relationships/image" Target="../media/image19.tmp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customXml" Target="../ink/ink21.xml"/><Relationship Id="rId5" Type="http://schemas.openxmlformats.org/officeDocument/2006/relationships/customXml" Target="../ink/ink18.xml"/><Relationship Id="rId15" Type="http://schemas.openxmlformats.org/officeDocument/2006/relationships/customXml" Target="../ink/ink23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20.xml"/><Relationship Id="rId1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customXml" Target="../ink/ink24.xml"/><Relationship Id="rId7" Type="http://schemas.openxmlformats.org/officeDocument/2006/relationships/customXml" Target="../ink/ink26.xml"/><Relationship Id="rId12" Type="http://schemas.openxmlformats.org/officeDocument/2006/relationships/image" Target="../media/image32.png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customXml" Target="../ink/ink28.xml"/><Relationship Id="rId5" Type="http://schemas.openxmlformats.org/officeDocument/2006/relationships/customXml" Target="../ink/ink25.xml"/><Relationship Id="rId10" Type="http://schemas.openxmlformats.org/officeDocument/2006/relationships/image" Target="../media/image31.png"/><Relationship Id="rId4" Type="http://schemas.openxmlformats.org/officeDocument/2006/relationships/image" Target="../media/image28.png"/><Relationship Id="rId9" Type="http://schemas.openxmlformats.org/officeDocument/2006/relationships/customXml" Target="../ink/ink2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29.xml"/><Relationship Id="rId7" Type="http://schemas.openxmlformats.org/officeDocument/2006/relationships/customXml" Target="../ink/ink31.xml"/><Relationship Id="rId12" Type="http://schemas.openxmlformats.org/officeDocument/2006/relationships/image" Target="../media/image38.png"/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customXml" Target="../ink/ink33.xml"/><Relationship Id="rId5" Type="http://schemas.openxmlformats.org/officeDocument/2006/relationships/customXml" Target="../ink/ink30.xml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customXml" Target="../ink/ink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customXml" Target="../ink/ink39.xml"/><Relationship Id="rId18" Type="http://schemas.openxmlformats.org/officeDocument/2006/relationships/image" Target="../media/image49.png"/><Relationship Id="rId3" Type="http://schemas.openxmlformats.org/officeDocument/2006/relationships/customXml" Target="../ink/ink34.xml"/><Relationship Id="rId7" Type="http://schemas.openxmlformats.org/officeDocument/2006/relationships/customXml" Target="../ink/ink36.xml"/><Relationship Id="rId12" Type="http://schemas.openxmlformats.org/officeDocument/2006/relationships/image" Target="../media/image46.png"/><Relationship Id="rId17" Type="http://schemas.openxmlformats.org/officeDocument/2006/relationships/customXml" Target="../ink/ink41.xml"/><Relationship Id="rId2" Type="http://schemas.openxmlformats.org/officeDocument/2006/relationships/image" Target="../media/image41.tmp"/><Relationship Id="rId16" Type="http://schemas.openxmlformats.org/officeDocument/2006/relationships/image" Target="../media/image48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customXml" Target="../ink/ink38.xml"/><Relationship Id="rId5" Type="http://schemas.openxmlformats.org/officeDocument/2006/relationships/customXml" Target="../ink/ink35.xml"/><Relationship Id="rId15" Type="http://schemas.openxmlformats.org/officeDocument/2006/relationships/customXml" Target="../ink/ink40.xml"/><Relationship Id="rId10" Type="http://schemas.openxmlformats.org/officeDocument/2006/relationships/image" Target="../media/image45.png"/><Relationship Id="rId19" Type="http://schemas.openxmlformats.org/officeDocument/2006/relationships/customXml" Target="../ink/ink42.xml"/><Relationship Id="rId4" Type="http://schemas.openxmlformats.org/officeDocument/2006/relationships/image" Target="../media/image42.png"/><Relationship Id="rId9" Type="http://schemas.openxmlformats.org/officeDocument/2006/relationships/customXml" Target="../ink/ink37.xml"/><Relationship Id="rId1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customXml" Target="../ink/ink43.xml"/><Relationship Id="rId7" Type="http://schemas.openxmlformats.org/officeDocument/2006/relationships/customXml" Target="../ink/ink45.xml"/><Relationship Id="rId2" Type="http://schemas.openxmlformats.org/officeDocument/2006/relationships/image" Target="../media/image51.t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customXml" Target="../ink/ink44.xml"/><Relationship Id="rId10" Type="http://schemas.openxmlformats.org/officeDocument/2006/relationships/image" Target="../media/image55.png"/><Relationship Id="rId4" Type="http://schemas.openxmlformats.org/officeDocument/2006/relationships/image" Target="../media/image52.png"/><Relationship Id="rId9" Type="http://schemas.openxmlformats.org/officeDocument/2006/relationships/customXml" Target="../ink/ink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customXml" Target="../ink/ink52.xml"/><Relationship Id="rId18" Type="http://schemas.openxmlformats.org/officeDocument/2006/relationships/image" Target="../media/image64.png"/><Relationship Id="rId3" Type="http://schemas.openxmlformats.org/officeDocument/2006/relationships/customXml" Target="../ink/ink47.xml"/><Relationship Id="rId7" Type="http://schemas.openxmlformats.org/officeDocument/2006/relationships/customXml" Target="../ink/ink49.xml"/><Relationship Id="rId12" Type="http://schemas.openxmlformats.org/officeDocument/2006/relationships/image" Target="../media/image61.png"/><Relationship Id="rId17" Type="http://schemas.openxmlformats.org/officeDocument/2006/relationships/customXml" Target="../ink/ink54.xml"/><Relationship Id="rId2" Type="http://schemas.openxmlformats.org/officeDocument/2006/relationships/image" Target="../media/image57.tmp"/><Relationship Id="rId16" Type="http://schemas.openxmlformats.org/officeDocument/2006/relationships/image" Target="../media/image63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customXml" Target="../ink/ink51.xml"/><Relationship Id="rId5" Type="http://schemas.openxmlformats.org/officeDocument/2006/relationships/customXml" Target="../ink/ink48.xml"/><Relationship Id="rId15" Type="http://schemas.openxmlformats.org/officeDocument/2006/relationships/customXml" Target="../ink/ink53.xml"/><Relationship Id="rId10" Type="http://schemas.openxmlformats.org/officeDocument/2006/relationships/image" Target="../media/image60.png"/><Relationship Id="rId19" Type="http://schemas.openxmlformats.org/officeDocument/2006/relationships/customXml" Target="../ink/ink55.xml"/><Relationship Id="rId4" Type="http://schemas.openxmlformats.org/officeDocument/2006/relationships/image" Target="../media/image58.png"/><Relationship Id="rId9" Type="http://schemas.openxmlformats.org/officeDocument/2006/relationships/customXml" Target="../ink/ink50.xml"/><Relationship Id="rId1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tmp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tmp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tmp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250A3-D310-A5D4-A13D-B16CA697A1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F24DB-79F4-3E1E-DC1B-B7CC76D575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784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9B3527-940E-71AE-6171-459ABF330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3433"/>
            <a:ext cx="12192000" cy="47111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285AC2C-9EDC-6D49-5901-228D09ECF17B}"/>
                  </a:ext>
                </a:extLst>
              </p14:cNvPr>
              <p14:cNvContentPartPr/>
              <p14:nvPr/>
            </p14:nvContentPartPr>
            <p14:xfrm>
              <a:off x="8229217" y="3264348"/>
              <a:ext cx="1683000" cy="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285AC2C-9EDC-6D49-5901-228D09ECF1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66577" y="3138348"/>
                <a:ext cx="18086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8709A6A-4389-BC58-7BAA-E43065E42239}"/>
                  </a:ext>
                </a:extLst>
              </p14:cNvPr>
              <p14:cNvContentPartPr/>
              <p14:nvPr/>
            </p14:nvContentPartPr>
            <p14:xfrm>
              <a:off x="8199697" y="3342828"/>
              <a:ext cx="360" cy="560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8709A6A-4389-BC58-7BAA-E43065E4223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36697" y="3279828"/>
                <a:ext cx="126000" cy="68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9EB10274-2A92-9035-38CE-5B4E98A5D45E}"/>
              </a:ext>
            </a:extLst>
          </p:cNvPr>
          <p:cNvGrpSpPr/>
          <p:nvPr/>
        </p:nvGrpSpPr>
        <p:grpSpPr>
          <a:xfrm>
            <a:off x="8229577" y="3303228"/>
            <a:ext cx="1691640" cy="649440"/>
            <a:chOff x="8229577" y="3303228"/>
            <a:chExt cx="1691640" cy="64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87D8A4C-BF4E-E60B-85B7-BAAE33B56448}"/>
                    </a:ext>
                  </a:extLst>
                </p14:cNvPr>
                <p14:cNvContentPartPr/>
                <p14:nvPr/>
              </p14:nvContentPartPr>
              <p14:xfrm>
                <a:off x="9920857" y="3303228"/>
                <a:ext cx="360" cy="580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87D8A4C-BF4E-E60B-85B7-BAAE33B5644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57857" y="3240588"/>
                  <a:ext cx="12600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04C3CE9-1722-016E-F6C9-0FA43636AC5A}"/>
                    </a:ext>
                  </a:extLst>
                </p14:cNvPr>
                <p14:cNvContentPartPr/>
                <p14:nvPr/>
              </p14:nvContentPartPr>
              <p14:xfrm>
                <a:off x="8229577" y="3942228"/>
                <a:ext cx="1671840" cy="10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04C3CE9-1722-016E-F6C9-0FA43636AC5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66577" y="3879228"/>
                  <a:ext cx="1797480" cy="136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3152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261302-CAC5-7914-85C1-A84F970B5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945"/>
            <a:ext cx="12192000" cy="565011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1EB17E3-6088-2B06-35C6-844BCD79F590}"/>
                  </a:ext>
                </a:extLst>
              </p14:cNvPr>
              <p14:cNvContentPartPr/>
              <p14:nvPr/>
            </p14:nvContentPartPr>
            <p14:xfrm>
              <a:off x="383377" y="2408628"/>
              <a:ext cx="720" cy="5508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1EB17E3-6088-2B06-35C6-844BCD79F5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377" y="2390988"/>
                <a:ext cx="72000" cy="58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54D2FB1-D3EC-A5B4-E151-1302575A6EF6}"/>
                  </a:ext>
                </a:extLst>
              </p14:cNvPr>
              <p14:cNvContentPartPr/>
              <p14:nvPr/>
            </p14:nvContentPartPr>
            <p14:xfrm>
              <a:off x="383377" y="2408628"/>
              <a:ext cx="5723640" cy="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54D2FB1-D3EC-A5B4-E151-1302575A6E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5377" y="2372628"/>
                <a:ext cx="57592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1A04102-13EC-8BD3-8B8E-49EE754FE706}"/>
                  </a:ext>
                </a:extLst>
              </p14:cNvPr>
              <p14:cNvContentPartPr/>
              <p14:nvPr/>
            </p14:nvContentPartPr>
            <p14:xfrm>
              <a:off x="363937" y="2988948"/>
              <a:ext cx="580032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1A04102-13EC-8BD3-8B8E-49EE754FE70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5937" y="2970948"/>
                <a:ext cx="5835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EAAE59F-9A5B-BF99-01F2-2259D44C87A0}"/>
                  </a:ext>
                </a:extLst>
              </p14:cNvPr>
              <p14:cNvContentPartPr/>
              <p14:nvPr/>
            </p14:nvContentPartPr>
            <p14:xfrm>
              <a:off x="6115297" y="2428068"/>
              <a:ext cx="29880" cy="5216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EAAE59F-9A5B-BF99-01F2-2259D44C87A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97657" y="2410068"/>
                <a:ext cx="65520" cy="55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8E33091-606B-1C32-2378-7922514626B8}"/>
                  </a:ext>
                </a:extLst>
              </p14:cNvPr>
              <p14:cNvContentPartPr/>
              <p14:nvPr/>
            </p14:nvContentPartPr>
            <p14:xfrm>
              <a:off x="353497" y="3283788"/>
              <a:ext cx="360" cy="2559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8E33091-606B-1C32-2378-7922514626B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5857" y="3265788"/>
                <a:ext cx="3600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0B7394E-1FDE-A564-474C-13799DFEF320}"/>
                  </a:ext>
                </a:extLst>
              </p14:cNvPr>
              <p14:cNvContentPartPr/>
              <p14:nvPr/>
            </p14:nvContentPartPr>
            <p14:xfrm>
              <a:off x="343777" y="3559188"/>
              <a:ext cx="95328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0B7394E-1FDE-A564-474C-13799DFEF32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6137" y="3541548"/>
                <a:ext cx="98892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666A9338-BE09-9F1C-0128-2E36C6B27857}"/>
              </a:ext>
            </a:extLst>
          </p:cNvPr>
          <p:cNvGrpSpPr/>
          <p:nvPr/>
        </p:nvGrpSpPr>
        <p:grpSpPr>
          <a:xfrm>
            <a:off x="363937" y="3283428"/>
            <a:ext cx="956160" cy="313920"/>
            <a:chOff x="363937" y="3283428"/>
            <a:chExt cx="956160" cy="31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102173D-62D7-00BD-8370-0B9A25F67768}"/>
                    </a:ext>
                  </a:extLst>
                </p14:cNvPr>
                <p14:cNvContentPartPr/>
                <p14:nvPr/>
              </p14:nvContentPartPr>
              <p14:xfrm>
                <a:off x="363937" y="3283428"/>
                <a:ext cx="956160" cy="10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102173D-62D7-00BD-8370-0B9A25F6776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5937" y="3265788"/>
                  <a:ext cx="991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350DFCC-919E-F7DB-3E6C-B698AA494FAA}"/>
                    </a:ext>
                  </a:extLst>
                </p14:cNvPr>
                <p14:cNvContentPartPr/>
                <p14:nvPr/>
              </p14:nvContentPartPr>
              <p14:xfrm>
                <a:off x="1297777" y="3293508"/>
                <a:ext cx="20160" cy="303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350DFCC-919E-F7DB-3E6C-B698AA494FA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79777" y="3275868"/>
                  <a:ext cx="55800" cy="33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8EC4006-A8E0-1D1E-FBB2-4D0EA1AAED39}"/>
                  </a:ext>
                </a:extLst>
              </p14:cNvPr>
              <p14:cNvContentPartPr/>
              <p14:nvPr/>
            </p14:nvContentPartPr>
            <p14:xfrm>
              <a:off x="324337" y="5653308"/>
              <a:ext cx="20520" cy="6127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8EC4006-A8E0-1D1E-FBB2-4D0EA1AAED3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6697" y="5635668"/>
                <a:ext cx="56160" cy="64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1E48E82-0F76-5CEB-296D-39D24CF393E8}"/>
                  </a:ext>
                </a:extLst>
              </p14:cNvPr>
              <p14:cNvContentPartPr/>
              <p14:nvPr/>
            </p14:nvContentPartPr>
            <p14:xfrm>
              <a:off x="334057" y="5633868"/>
              <a:ext cx="3707280" cy="7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1E48E82-0F76-5CEB-296D-39D24CF393E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6057" y="5597868"/>
                <a:ext cx="374292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226DF0AD-9ADD-84F9-8442-B5A3E96359B1}"/>
              </a:ext>
            </a:extLst>
          </p:cNvPr>
          <p:cNvGrpSpPr/>
          <p:nvPr/>
        </p:nvGrpSpPr>
        <p:grpSpPr>
          <a:xfrm>
            <a:off x="353497" y="5624148"/>
            <a:ext cx="3736080" cy="678960"/>
            <a:chOff x="353497" y="5624148"/>
            <a:chExt cx="3736080" cy="67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8B0B257-34D1-292B-C49F-0AE6A4AB60ED}"/>
                    </a:ext>
                  </a:extLst>
                </p14:cNvPr>
                <p14:cNvContentPartPr/>
                <p14:nvPr/>
              </p14:nvContentPartPr>
              <p14:xfrm>
                <a:off x="353497" y="6282948"/>
                <a:ext cx="3736080" cy="20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8B0B257-34D1-292B-C49F-0AE6A4AB60E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35857" y="6264948"/>
                  <a:ext cx="37717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C9F6063-6208-5489-17DB-4EAD75ED20C6}"/>
                    </a:ext>
                  </a:extLst>
                </p14:cNvPr>
                <p14:cNvContentPartPr/>
                <p14:nvPr/>
              </p14:nvContentPartPr>
              <p14:xfrm>
                <a:off x="4040617" y="5624148"/>
                <a:ext cx="10800" cy="677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C9F6063-6208-5489-17DB-4EAD75ED20C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22617" y="5606148"/>
                  <a:ext cx="46440" cy="713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4122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CE8347-5B43-14A9-01CB-6543CDEA8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7088"/>
            <a:ext cx="12192000" cy="548382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2773D6F-CAC4-4C8D-BD38-DF50B6A97600}"/>
                  </a:ext>
                </a:extLst>
              </p14:cNvPr>
              <p14:cNvContentPartPr/>
              <p14:nvPr/>
            </p14:nvContentPartPr>
            <p14:xfrm>
              <a:off x="294457" y="2251308"/>
              <a:ext cx="720" cy="403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2773D6F-CAC4-4C8D-BD38-DF50B6A976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457" y="2233308"/>
                <a:ext cx="7200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8144E4-5C8F-0E3A-F5CC-D32EFFFA5567}"/>
                  </a:ext>
                </a:extLst>
              </p14:cNvPr>
              <p14:cNvContentPartPr/>
              <p14:nvPr/>
            </p14:nvContentPartPr>
            <p14:xfrm>
              <a:off x="314617" y="2202348"/>
              <a:ext cx="1652400" cy="19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8144E4-5C8F-0E3A-F5CC-D32EFFFA55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6617" y="2184708"/>
                <a:ext cx="16880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B72F02-E6CF-7F90-8CC1-78C04A42E933}"/>
                  </a:ext>
                </a:extLst>
              </p14:cNvPr>
              <p14:cNvContentPartPr/>
              <p14:nvPr/>
            </p14:nvContentPartPr>
            <p14:xfrm>
              <a:off x="304897" y="2643708"/>
              <a:ext cx="6517800" cy="51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B72F02-E6CF-7F90-8CC1-78C04A42E93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6897" y="2626068"/>
                <a:ext cx="65534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02B2266-E3C4-FDCA-DE3B-9B61B7E84905}"/>
                  </a:ext>
                </a:extLst>
              </p14:cNvPr>
              <p14:cNvContentPartPr/>
              <p14:nvPr/>
            </p14:nvContentPartPr>
            <p14:xfrm>
              <a:off x="1907257" y="2210268"/>
              <a:ext cx="5006880" cy="496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02B2266-E3C4-FDCA-DE3B-9B61B7E8490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89617" y="2192628"/>
                <a:ext cx="5042520" cy="53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228049A-6DEA-31A2-514D-483FC551F11D}"/>
              </a:ext>
            </a:extLst>
          </p:cNvPr>
          <p:cNvGrpSpPr/>
          <p:nvPr/>
        </p:nvGrpSpPr>
        <p:grpSpPr>
          <a:xfrm>
            <a:off x="226057" y="5277828"/>
            <a:ext cx="1553040" cy="727200"/>
            <a:chOff x="226057" y="5277828"/>
            <a:chExt cx="1553040" cy="72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0790318-E7A3-4DAA-7A82-89AD9F340859}"/>
                    </a:ext>
                  </a:extLst>
                </p14:cNvPr>
                <p14:cNvContentPartPr/>
                <p14:nvPr/>
              </p14:nvContentPartPr>
              <p14:xfrm>
                <a:off x="235057" y="5279988"/>
                <a:ext cx="21600" cy="725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0790318-E7A3-4DAA-7A82-89AD9F34085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7057" y="5261988"/>
                  <a:ext cx="57240" cy="76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5CC0D12-87C7-BE30-1121-9F6327772A8C}"/>
                    </a:ext>
                  </a:extLst>
                </p14:cNvPr>
                <p14:cNvContentPartPr/>
                <p14:nvPr/>
              </p14:nvContentPartPr>
              <p14:xfrm>
                <a:off x="226057" y="5277828"/>
                <a:ext cx="1522800" cy="721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5CC0D12-87C7-BE30-1121-9F6327772A8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8057" y="5260188"/>
                  <a:ext cx="155844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34090F5-AFC8-B665-8A10-CCF40842661B}"/>
                    </a:ext>
                  </a:extLst>
                </p14:cNvPr>
                <p14:cNvContentPartPr/>
                <p14:nvPr/>
              </p14:nvContentPartPr>
              <p14:xfrm>
                <a:off x="294457" y="5987748"/>
                <a:ext cx="148464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34090F5-AFC8-B665-8A10-CCF40842661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6817" y="5970108"/>
                  <a:ext cx="152028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75056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5CD69C-D107-40AB-58B2-C635F2373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800"/>
            <a:ext cx="12192000" cy="5606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EC497BA-A8B7-9C57-F727-CC57020649A0}"/>
                  </a:ext>
                </a:extLst>
              </p14:cNvPr>
              <p14:cNvContentPartPr/>
              <p14:nvPr/>
            </p14:nvContentPartPr>
            <p14:xfrm>
              <a:off x="10825177" y="5535228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EC497BA-A8B7-9C57-F727-CC57020649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07537" y="551758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E9E0223-6649-8315-9BBB-FD715D4A20F2}"/>
                  </a:ext>
                </a:extLst>
              </p14:cNvPr>
              <p14:cNvContentPartPr/>
              <p14:nvPr/>
            </p14:nvContentPartPr>
            <p14:xfrm>
              <a:off x="10844617" y="5525508"/>
              <a:ext cx="122940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E9E0223-6649-8315-9BBB-FD715D4A20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26617" y="5507508"/>
                <a:ext cx="126504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B5010878-FFED-7694-728A-3E149BD4FA34}"/>
              </a:ext>
            </a:extLst>
          </p:cNvPr>
          <p:cNvGrpSpPr/>
          <p:nvPr/>
        </p:nvGrpSpPr>
        <p:grpSpPr>
          <a:xfrm>
            <a:off x="10825177" y="5495988"/>
            <a:ext cx="1277280" cy="726480"/>
            <a:chOff x="10825177" y="5495988"/>
            <a:chExt cx="1277280" cy="72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51FE1C2-E4B4-2100-60A3-2E0C8DFFAF81}"/>
                    </a:ext>
                  </a:extLst>
                </p14:cNvPr>
                <p14:cNvContentPartPr/>
                <p14:nvPr/>
              </p14:nvContentPartPr>
              <p14:xfrm>
                <a:off x="12063937" y="5545308"/>
                <a:ext cx="20160" cy="589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51FE1C2-E4B4-2100-60A3-2E0C8DFFAF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045937" y="5527308"/>
                  <a:ext cx="5580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F73748-3133-A09C-1658-AD95E41CD20C}"/>
                    </a:ext>
                  </a:extLst>
                </p14:cNvPr>
                <p14:cNvContentPartPr/>
                <p14:nvPr/>
              </p14:nvContentPartPr>
              <p14:xfrm>
                <a:off x="10834897" y="6134628"/>
                <a:ext cx="1267560" cy="40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F73748-3133-A09C-1658-AD95E41CD20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817257" y="6116988"/>
                  <a:ext cx="1303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FF560B5-F3A6-7507-4EC1-C77982AA0DFB}"/>
                    </a:ext>
                  </a:extLst>
                </p14:cNvPr>
                <p14:cNvContentPartPr/>
                <p14:nvPr/>
              </p14:nvContentPartPr>
              <p14:xfrm>
                <a:off x="10825177" y="5495988"/>
                <a:ext cx="50400" cy="726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FF560B5-F3A6-7507-4EC1-C77982AA0DF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807537" y="5477988"/>
                  <a:ext cx="86040" cy="76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19850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6DC0C6-E694-AF91-E355-21B3CF796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3277"/>
            <a:ext cx="12192000" cy="54314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FDB3349-B734-12B2-FE4F-F9D2DACC09FC}"/>
                  </a:ext>
                </a:extLst>
              </p14:cNvPr>
              <p14:cNvContentPartPr/>
              <p14:nvPr/>
            </p14:nvContentPartPr>
            <p14:xfrm>
              <a:off x="334057" y="3981941"/>
              <a:ext cx="1436400" cy="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FDB3349-B734-12B2-FE4F-F9D2DACC09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6057" y="3945941"/>
                <a:ext cx="147204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2ADF884-F121-6EF1-53B3-354BEC762CB3}"/>
              </a:ext>
            </a:extLst>
          </p:cNvPr>
          <p:cNvGrpSpPr/>
          <p:nvPr/>
        </p:nvGrpSpPr>
        <p:grpSpPr>
          <a:xfrm>
            <a:off x="284377" y="3962141"/>
            <a:ext cx="1456200" cy="462600"/>
            <a:chOff x="284377" y="3962141"/>
            <a:chExt cx="1456200" cy="46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8B482CD-CC98-3415-00BB-789A2FF7B0DB}"/>
                    </a:ext>
                  </a:extLst>
                </p14:cNvPr>
                <p14:cNvContentPartPr/>
                <p14:nvPr/>
              </p14:nvContentPartPr>
              <p14:xfrm>
                <a:off x="284377" y="3992021"/>
                <a:ext cx="20880" cy="430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8B482CD-CC98-3415-00BB-789A2FF7B0D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6737" y="3974021"/>
                  <a:ext cx="5652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7CFADE-229E-6FD0-FA4B-E409414A4838}"/>
                    </a:ext>
                  </a:extLst>
                </p14:cNvPr>
                <p14:cNvContentPartPr/>
                <p14:nvPr/>
              </p14:nvContentPartPr>
              <p14:xfrm>
                <a:off x="348097" y="3962141"/>
                <a:ext cx="5760" cy="4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7CFADE-229E-6FD0-FA4B-E409414A483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30457" y="3944141"/>
                  <a:ext cx="41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BB85C91-B6A9-1153-8871-171A7D5CE938}"/>
                    </a:ext>
                  </a:extLst>
                </p14:cNvPr>
                <p14:cNvContentPartPr/>
                <p14:nvPr/>
              </p14:nvContentPartPr>
              <p14:xfrm>
                <a:off x="284737" y="4413581"/>
                <a:ext cx="1444680" cy="11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BB85C91-B6A9-1153-8871-171A7D5CE9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7097" y="4395581"/>
                  <a:ext cx="14803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BFDAA37-DB44-8AE8-50D1-28FC8C503515}"/>
                    </a:ext>
                  </a:extLst>
                </p14:cNvPr>
                <p14:cNvContentPartPr/>
                <p14:nvPr/>
              </p14:nvContentPartPr>
              <p14:xfrm>
                <a:off x="1700617" y="4001381"/>
                <a:ext cx="39960" cy="421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BFDAA37-DB44-8AE8-50D1-28FC8C50351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82617" y="3983741"/>
                  <a:ext cx="75600" cy="457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8634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7A1490-8B5A-A878-7AE7-B93392CFD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0113"/>
            <a:ext cx="12192000" cy="517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164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3DB94-6809-5C3B-F097-F53FED013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257"/>
            <a:ext cx="12192000" cy="559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71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E0642F-B00F-7A58-10B4-B66E50F81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1161"/>
            <a:ext cx="12192000" cy="55500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5A8DF21-5EFE-9D46-F5E1-DA60C7408E00}"/>
                  </a:ext>
                </a:extLst>
              </p14:cNvPr>
              <p14:cNvContentPartPr/>
              <p14:nvPr/>
            </p14:nvContentPartPr>
            <p14:xfrm>
              <a:off x="294457" y="1887348"/>
              <a:ext cx="10440" cy="285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5A8DF21-5EFE-9D46-F5E1-DA60C7408E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6817" y="1869708"/>
                <a:ext cx="4608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7285FB3-4BE7-5F9C-1F8B-A3F9240B4BF1}"/>
                  </a:ext>
                </a:extLst>
              </p14:cNvPr>
              <p14:cNvContentPartPr/>
              <p14:nvPr/>
            </p14:nvContentPartPr>
            <p14:xfrm>
              <a:off x="324337" y="2152668"/>
              <a:ext cx="795960" cy="39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7285FB3-4BE7-5F9C-1F8B-A3F9240B4BF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6697" y="2134668"/>
                <a:ext cx="8316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B250811-E091-66CA-2304-B34BBFCAB97C}"/>
                  </a:ext>
                </a:extLst>
              </p14:cNvPr>
              <p14:cNvContentPartPr/>
              <p14:nvPr/>
            </p14:nvContentPartPr>
            <p14:xfrm>
              <a:off x="322897" y="1887348"/>
              <a:ext cx="1584360" cy="21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B250811-E091-66CA-2304-B34BBFCAB97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897" y="1869348"/>
                <a:ext cx="16200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3F8E07B-B366-D87F-A624-F87469EEDA9E}"/>
                  </a:ext>
                </a:extLst>
              </p14:cNvPr>
              <p14:cNvContentPartPr/>
              <p14:nvPr/>
            </p14:nvContentPartPr>
            <p14:xfrm>
              <a:off x="1877737" y="1926948"/>
              <a:ext cx="20160" cy="255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3F8E07B-B366-D87F-A624-F87469EEDA9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59737" y="1908948"/>
                <a:ext cx="5580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19BD272-6131-7BAB-4C82-4BCF84AA791A}"/>
                  </a:ext>
                </a:extLst>
              </p14:cNvPr>
              <p14:cNvContentPartPr/>
              <p14:nvPr/>
            </p14:nvContentPartPr>
            <p14:xfrm>
              <a:off x="1061617" y="2153388"/>
              <a:ext cx="81540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19BD272-6131-7BAB-4C82-4BCF84AA791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43617" y="2135388"/>
                <a:ext cx="851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BEB0C1F-5200-C184-58D2-19925A3798F1}"/>
                  </a:ext>
                </a:extLst>
              </p14:cNvPr>
              <p14:cNvContentPartPr/>
              <p14:nvPr/>
            </p14:nvContentPartPr>
            <p14:xfrm>
              <a:off x="255577" y="2407908"/>
              <a:ext cx="3745440" cy="70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BEB0C1F-5200-C184-58D2-19925A3798F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7937" y="2390268"/>
                <a:ext cx="378108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9BA25AB-075C-8888-9DF4-08A028C0E803}"/>
                  </a:ext>
                </a:extLst>
              </p14:cNvPr>
              <p14:cNvContentPartPr/>
              <p14:nvPr/>
            </p14:nvContentPartPr>
            <p14:xfrm>
              <a:off x="255577" y="2457948"/>
              <a:ext cx="720" cy="443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9BA25AB-075C-8888-9DF4-08A028C0E80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9577" y="2439948"/>
                <a:ext cx="72000" cy="47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5246FE7A-EEF7-9FCF-D387-C9D2766590FE}"/>
              </a:ext>
            </a:extLst>
          </p:cNvPr>
          <p:cNvGrpSpPr/>
          <p:nvPr/>
        </p:nvGrpSpPr>
        <p:grpSpPr>
          <a:xfrm>
            <a:off x="265297" y="2457948"/>
            <a:ext cx="3736440" cy="452880"/>
            <a:chOff x="265297" y="2457948"/>
            <a:chExt cx="3736440" cy="45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8C4C46-525C-C5C3-E5EC-D4C85EB12DF5}"/>
                    </a:ext>
                  </a:extLst>
                </p14:cNvPr>
                <p14:cNvContentPartPr/>
                <p14:nvPr/>
              </p14:nvContentPartPr>
              <p14:xfrm>
                <a:off x="265297" y="2860428"/>
                <a:ext cx="3697200" cy="50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8C4C46-525C-C5C3-E5EC-D4C85EB12D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7657" y="2842428"/>
                  <a:ext cx="37328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E9B1372-CBB5-EDD1-5B3E-D92B6B4A8E4F}"/>
                    </a:ext>
                  </a:extLst>
                </p14:cNvPr>
                <p14:cNvContentPartPr/>
                <p14:nvPr/>
              </p14:nvContentPartPr>
              <p14:xfrm>
                <a:off x="3990937" y="2457948"/>
                <a:ext cx="10800" cy="421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E9B1372-CBB5-EDD1-5B3E-D92B6B4A8E4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972937" y="2440308"/>
                  <a:ext cx="46440" cy="457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87141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CEB71E-3389-68F6-7383-2E154C5E3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043"/>
            <a:ext cx="12192000" cy="45179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3AFF52-ECF6-C995-93F9-6DD05C8EFB6E}"/>
                  </a:ext>
                </a:extLst>
              </p14:cNvPr>
              <p14:cNvContentPartPr/>
              <p14:nvPr/>
            </p14:nvContentPartPr>
            <p14:xfrm>
              <a:off x="10903657" y="2979228"/>
              <a:ext cx="21600" cy="470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3AFF52-ECF6-C995-93F9-6DD05C8EFB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86017" y="2961228"/>
                <a:ext cx="5724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D7B7EDD-FC6A-2E77-C2E8-140ABEAAD567}"/>
                  </a:ext>
                </a:extLst>
              </p14:cNvPr>
              <p14:cNvContentPartPr/>
              <p14:nvPr/>
            </p14:nvContentPartPr>
            <p14:xfrm>
              <a:off x="10913377" y="2988588"/>
              <a:ext cx="1033200" cy="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D7B7EDD-FC6A-2E77-C2E8-140ABEAAD5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95737" y="2952588"/>
                <a:ext cx="106884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B21F8F50-0F84-D2BB-B4AD-C70019E287B6}"/>
              </a:ext>
            </a:extLst>
          </p:cNvPr>
          <p:cNvGrpSpPr/>
          <p:nvPr/>
        </p:nvGrpSpPr>
        <p:grpSpPr>
          <a:xfrm>
            <a:off x="10933537" y="3008388"/>
            <a:ext cx="1072080" cy="413280"/>
            <a:chOff x="10933537" y="3008388"/>
            <a:chExt cx="1072080" cy="41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E820766-480A-4DEF-3E39-385C2492304F}"/>
                    </a:ext>
                  </a:extLst>
                </p14:cNvPr>
                <p14:cNvContentPartPr/>
                <p14:nvPr/>
              </p14:nvContentPartPr>
              <p14:xfrm>
                <a:off x="10933537" y="3391428"/>
                <a:ext cx="1071360" cy="30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E820766-480A-4DEF-3E39-385C2492304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915537" y="3373428"/>
                  <a:ext cx="1107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1AA266E-CEC8-0612-297A-1D17B98BE573}"/>
                    </a:ext>
                  </a:extLst>
                </p14:cNvPr>
                <p14:cNvContentPartPr/>
                <p14:nvPr/>
              </p14:nvContentPartPr>
              <p14:xfrm>
                <a:off x="11965657" y="3008388"/>
                <a:ext cx="39960" cy="392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1AA266E-CEC8-0612-297A-1D17B98BE57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947657" y="2990748"/>
                  <a:ext cx="75600" cy="428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33323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2C224D-2FC1-F3A7-C6B7-2CB97805A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351"/>
            <a:ext cx="12192000" cy="560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80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E0B5FA-F3BF-D7A8-F0A1-AD365D838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287"/>
            <a:ext cx="12192000" cy="55534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C86B857-9B5B-F5C2-0FBA-248DD0BAC7D5}"/>
                  </a:ext>
                </a:extLst>
              </p14:cNvPr>
              <p14:cNvContentPartPr/>
              <p14:nvPr/>
            </p14:nvContentPartPr>
            <p14:xfrm>
              <a:off x="9920857" y="2949348"/>
              <a:ext cx="360" cy="580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C86B857-9B5B-F5C2-0FBA-248DD0BAC7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2857" y="2931348"/>
                <a:ext cx="36000" cy="61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7779B35-A229-ECCC-9A93-7AF54D143DC7}"/>
              </a:ext>
            </a:extLst>
          </p:cNvPr>
          <p:cNvGrpSpPr/>
          <p:nvPr/>
        </p:nvGrpSpPr>
        <p:grpSpPr>
          <a:xfrm>
            <a:off x="9900697" y="2880228"/>
            <a:ext cx="1018080" cy="678240"/>
            <a:chOff x="9900697" y="2880228"/>
            <a:chExt cx="1018080" cy="67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C48739E-5A57-27A1-49D6-DE1B390402C5}"/>
                    </a:ext>
                  </a:extLst>
                </p14:cNvPr>
                <p14:cNvContentPartPr/>
                <p14:nvPr/>
              </p14:nvContentPartPr>
              <p14:xfrm>
                <a:off x="9900697" y="2929908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C48739E-5A57-27A1-49D6-DE1B390402C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83057" y="291226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DE9ACC-77F5-6D50-48B5-AC79EFE23B36}"/>
                    </a:ext>
                  </a:extLst>
                </p14:cNvPr>
                <p14:cNvContentPartPr/>
                <p14:nvPr/>
              </p14:nvContentPartPr>
              <p14:xfrm>
                <a:off x="9900697" y="2880228"/>
                <a:ext cx="943560" cy="50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DE9ACC-77F5-6D50-48B5-AC79EFE23B3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83057" y="2862588"/>
                  <a:ext cx="9792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844B8EC-F48F-C00B-1667-44D58D947672}"/>
                    </a:ext>
                  </a:extLst>
                </p14:cNvPr>
                <p14:cNvContentPartPr/>
                <p14:nvPr/>
              </p14:nvContentPartPr>
              <p14:xfrm>
                <a:off x="9930577" y="3525708"/>
                <a:ext cx="988200" cy="24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844B8EC-F48F-C00B-1667-44D58D94767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912577" y="3507708"/>
                  <a:ext cx="1023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0C951FF-114C-8717-A7A2-1438250554D0}"/>
                    </a:ext>
                  </a:extLst>
                </p14:cNvPr>
                <p14:cNvContentPartPr/>
                <p14:nvPr/>
              </p14:nvContentPartPr>
              <p14:xfrm>
                <a:off x="10824097" y="2910468"/>
                <a:ext cx="30600" cy="648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0C951FF-114C-8717-A7A2-1438250554D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806097" y="2892468"/>
                  <a:ext cx="66240" cy="68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E250F63-2F70-614E-AB17-84536FCC0F7D}"/>
                  </a:ext>
                </a:extLst>
              </p14:cNvPr>
              <p14:cNvContentPartPr/>
              <p14:nvPr/>
            </p14:nvContentPartPr>
            <p14:xfrm>
              <a:off x="442417" y="4394748"/>
              <a:ext cx="1887840" cy="298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E250F63-2F70-614E-AB17-84536FCC0F7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4417" y="4376748"/>
                <a:ext cx="192348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91A134C-E3D3-C312-76E5-7F7015911B9F}"/>
                  </a:ext>
                </a:extLst>
              </p14:cNvPr>
              <p14:cNvContentPartPr/>
              <p14:nvPr/>
            </p14:nvContentPartPr>
            <p14:xfrm>
              <a:off x="422617" y="4090188"/>
              <a:ext cx="360" cy="3150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91A134C-E3D3-C312-76E5-7F7015911B9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4977" y="4072188"/>
                <a:ext cx="36000" cy="35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885DE63C-7777-F766-AF87-7A10B8D1FEED}"/>
              </a:ext>
            </a:extLst>
          </p:cNvPr>
          <p:cNvGrpSpPr/>
          <p:nvPr/>
        </p:nvGrpSpPr>
        <p:grpSpPr>
          <a:xfrm>
            <a:off x="442417" y="4068588"/>
            <a:ext cx="1987560" cy="415800"/>
            <a:chOff x="442417" y="4068588"/>
            <a:chExt cx="1987560" cy="4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369CCF2-8AA5-3BEC-5BA1-4F267CFC7A34}"/>
                    </a:ext>
                  </a:extLst>
                </p14:cNvPr>
                <p14:cNvContentPartPr/>
                <p14:nvPr/>
              </p14:nvContentPartPr>
              <p14:xfrm>
                <a:off x="442417" y="4068588"/>
                <a:ext cx="1965960" cy="32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369CCF2-8AA5-3BEC-5BA1-4F267CFC7A3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24417" y="4050588"/>
                  <a:ext cx="2001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DB8AB7-6DC1-F065-7AEF-651D8FC0016A}"/>
                    </a:ext>
                  </a:extLst>
                </p14:cNvPr>
                <p14:cNvContentPartPr/>
                <p14:nvPr/>
              </p14:nvContentPartPr>
              <p14:xfrm>
                <a:off x="2378857" y="4099908"/>
                <a:ext cx="51120" cy="384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DB8AB7-6DC1-F065-7AEF-651D8FC0016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61217" y="4082268"/>
                  <a:ext cx="86760" cy="42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9071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E336EB-27B6-3324-4CFD-709682A97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000"/>
            <a:ext cx="121920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73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564073-2114-D570-93C6-14B80CE85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728"/>
            <a:ext cx="12192000" cy="559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98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D64031-2F4C-4405-B0A6-FEF7A16D3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969"/>
            <a:ext cx="12192000" cy="55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192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991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331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676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493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porandla naresh</dc:creator>
  <cp:lastModifiedBy>porandla naresh</cp:lastModifiedBy>
  <cp:revision>1</cp:revision>
  <dcterms:created xsi:type="dcterms:W3CDTF">2025-11-14T14:24:48Z</dcterms:created>
  <dcterms:modified xsi:type="dcterms:W3CDTF">2025-11-14T14:25:03Z</dcterms:modified>
</cp:coreProperties>
</file>